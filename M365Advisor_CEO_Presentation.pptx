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M365Advisor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Calibri"/>
              </a:rPr>
              <a:t>Automated Microsoft 365 Security Audit &amp; Compliance Revenue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4572000" cy="2286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6B9C2"/>
                </a:solidFill>
                <a:latin typeface="Calibri"/>
              </a:rPr>
              <a:t>Executive Presentation  |  Meridian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Prepared by: Vibhu Dixit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3657600" cy="4114800"/>
          </a:xfrm>
          <a:prstGeom prst="rect">
            <a:avLst/>
          </a:prstGeom>
          <a:solidFill>
            <a:srgbClr val="10182C"/>
          </a:solidFill>
          <a:ln w="19050">
            <a:solidFill>
              <a:srgbClr val="1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73FF"/>
                </a:solidFill>
                <a:latin typeface="Calibri"/>
              </a:rPr>
              <a:t>📸  [ INSERT SCREENSHOT / IMAGE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5935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Add Company Logo / Product Screenshot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M365Advisor  |  Meridian Solutions  |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430000" cy="2286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100584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73F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508760"/>
            <a:ext cx="36576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Problem We Solve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03520" cy="100584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73FF"/>
                </a:solidFill>
                <a:latin typeface="Calibr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59" y="1508760"/>
            <a:ext cx="36576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38988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What is M365Advisor?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5303520" cy="100584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73FF"/>
                </a:solidFill>
                <a:latin typeface="Calibr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2743200"/>
            <a:ext cx="36576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How We Make Money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423160"/>
            <a:ext cx="5303520" cy="100584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514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73FF"/>
                </a:solidFill>
                <a:latin typeface="Calibri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59" y="2743200"/>
            <a:ext cx="36576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62432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5303520" cy="100584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490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73FF"/>
                </a:solidFill>
                <a:latin typeface="Calibri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3977639"/>
            <a:ext cx="36576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385876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What's Done So Far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657600"/>
            <a:ext cx="5303520" cy="100584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7490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73FF"/>
                </a:solidFill>
                <a:latin typeface="Calibri"/>
              </a:rP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59" y="3977639"/>
            <a:ext cx="36576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85876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Roadmap &amp; Upcoming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5303520" cy="100584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983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73FF"/>
                </a:solidFill>
                <a:latin typeface="Calibri"/>
              </a:rPr>
              <a:t>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34440" y="5212080"/>
            <a:ext cx="36576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509320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Live Demo / Screenshots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892040"/>
            <a:ext cx="5303520" cy="100584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983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73FF"/>
                </a:solidFill>
                <a:latin typeface="Calibri"/>
              </a:rPr>
              <a:t>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59" y="5212080"/>
            <a:ext cx="36576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509320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M365Advisor  |  Meridian Solutions  |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Problem We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430000" cy="228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🔒 Security Blindspots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6B9C2"/>
                </a:solidFill>
                <a:latin typeface="Calibri"/>
              </a:rPr>
              <a:t>Microsoft 365 tenants are complex, constantly changing, and frequently misconfigured — exposing organizations to serious cyber risks every 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⏱️ Manual Audits Are Slow &amp; Costly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6B9C2"/>
                </a:solidFill>
                <a:latin typeface="Calibri"/>
              </a:rPr>
              <a:t>Performing security posture checks manually takes days, is prone to human error, and lacks repeatability. Teams cannot keep up with change.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📋 Compliance Is Mandatory, Not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6B9C2"/>
                </a:solidFill>
                <a:latin typeface="Calibri"/>
              </a:rPr>
              <a:t>Regulatory mandates (CIS, ISO 27001, HIPAA, DPDP) require continuous proof of compliance — something no spreadsheet can reliably provide.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188720"/>
            <a:ext cx="3566160" cy="5029200"/>
          </a:xfrm>
          <a:prstGeom prst="rect">
            <a:avLst/>
          </a:prstGeom>
          <a:solidFill>
            <a:srgbClr val="10182C"/>
          </a:solidFill>
          <a:ln w="19050">
            <a:solidFill>
              <a:srgbClr val="1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347472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73FF"/>
                </a:solidFill>
                <a:latin typeface="Calibri"/>
              </a:rPr>
              <a:t>📸  [ INSERT SCREENSHOT / IMAGE HERE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3867911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Insert: Example of a misconfigured tenant screenshot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M365Advisor  |  Meridian Solutions  |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M365Advisor?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43000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6B9C2"/>
                </a:solidFill>
                <a:latin typeface="Calibri"/>
              </a:rPr>
              <a:t>A lightweight, non-intrusive PowerShell-based audit engine that scans any Microsoft 365 tenant in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394960" cy="18288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3949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⚡ Instant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6B9C2"/>
                </a:solidFill>
                <a:latin typeface="Calibri"/>
              </a:rPr>
              <a:t>Scans a full tenant in under 10 minutes using read-only Microsoft Graph API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5394960" cy="18288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3949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📊 Interactive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317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6B9C2"/>
                </a:solidFill>
                <a:latin typeface="Calibri"/>
              </a:rPr>
              <a:t>Generates rich single-page HTML dashboards with pass/fail results, severity ratings &amp; remediation links.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5394960" cy="18288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53949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🔗 Compliance Mapped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6B9C2"/>
                </a:solidFill>
                <a:latin typeface="Calibri"/>
              </a:rPr>
              <a:t>Every check is mapped to CIS Benchmarks, ISO 27001, ISO 27002, HIPAA, RBI NBFC &amp; DPDP Act 2023.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749039"/>
            <a:ext cx="5394960" cy="18288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749039"/>
            <a:ext cx="53949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886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🌐 Live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434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6B9C2"/>
                </a:solidFill>
                <a:latin typeface="Calibri"/>
              </a:rPr>
              <a:t>Onboarding wizard &amp; audit launcher available at m365advisor.vibhudixit.in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M365Advisor  |  Meridian Solutions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💰  How We Make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430000" cy="228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2194560"/>
          </a:xfrm>
          <a:prstGeom prst="rect">
            <a:avLst/>
          </a:prstGeom>
          <a:solidFill>
            <a:srgbClr val="0D1426"/>
          </a:solidFill>
          <a:ln w="15240">
            <a:solidFill>
              <a:srgbClr val="1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533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73FF"/>
                </a:solidFill>
                <a:latin typeface="Calibri"/>
              </a:rPr>
              <a:t>License Upselling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Use failed audit checks (missing MFA, Conditional Access, PIM) to justify upgrading clients to M365 Business Premium, E3 or E5 licenses.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394960" cy="2194560"/>
          </a:xfrm>
          <a:prstGeom prst="rect">
            <a:avLst/>
          </a:prstGeom>
          <a:solidFill>
            <a:srgbClr val="0D14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3533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Remediation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47088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Charge professional engineering hours to fix the security failures discovered in each audit report — recurring revenue per client.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5394960" cy="2194560"/>
          </a:xfrm>
          <a:prstGeom prst="rect">
            <a:avLst/>
          </a:prstGeom>
          <a:solidFill>
            <a:srgbClr val="0D1426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49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307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Recurring Audit (MaaS)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Offer monthly/quarterly Monitoring-as-a-Service contracts — scan tenants continuously, track posture drift, maintain compliance scores.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66160"/>
            <a:ext cx="5394960" cy="2194560"/>
          </a:xfrm>
          <a:prstGeom prst="rect">
            <a:avLst/>
          </a:prstGeom>
          <a:solidFill>
            <a:srgbClr val="0D1426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3640" y="370332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749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7307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923C"/>
                </a:solidFill>
                <a:latin typeface="Calibri"/>
              </a:rPr>
              <a:t>Premium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24528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Sell premium regulatory compliance modules (HIPAA, RBI NBFC, DPDP 2023) to high-compliance sectors like fintech &amp; healthcare.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M365Advisor  |  Meridian Solutions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430000" cy="2286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430000" cy="1554480"/>
          </a:xfrm>
          <a:prstGeom prst="rect">
            <a:avLst/>
          </a:prstGeom>
          <a:solidFill>
            <a:srgbClr val="0D1426"/>
          </a:solidFill>
          <a:ln w="9525">
            <a:solidFill>
              <a:srgbClr val="1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🔑  Microsoft Graph API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Read-only delegated permissions to M365 tenant. Non-intrusive — no data is stored or transmitted externally.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✔  No write permissions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✔  Can be revoked anytime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0574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✔  Works with existing admin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11430000" cy="1554480"/>
          </a:xfrm>
          <a:prstGeom prst="rect">
            <a:avLst/>
          </a:prstGeom>
          <a:solidFill>
            <a:srgbClr val="0D1426"/>
          </a:solidFill>
          <a:ln w="9525">
            <a:solidFill>
              <a:srgbClr val="1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⚙️  PowerShell Core v7+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Cross-platform runtime that executes the audit scripts on Windows, Linux or macOS.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9718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✔  Free &amp; open-source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8328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✔  Works on client or Meridian machines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7947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✔  Simple one-line install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17720"/>
            <a:ext cx="11430000" cy="1554480"/>
          </a:xfrm>
          <a:prstGeom prst="rect">
            <a:avLst/>
          </a:prstGeom>
          <a:solidFill>
            <a:srgbClr val="0D1426"/>
          </a:solidFill>
          <a:ln w="9525">
            <a:solidFill>
              <a:srgbClr val="1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0915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🌐  Web Hosting (Vercel / Static)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Lightweight static hosting to serve the onboarding wizard &amp; share report dashboards with clients.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09159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✔  Currently live on Vercel (free tier)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12064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✔  Custom domain: m365advisor.vibhudixit.in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5321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✔  Zero backend required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M365Advisor  |  Meridian Solutions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✅  What's Done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430000" cy="228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25272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52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143000"/>
            <a:ext cx="6858000" cy="82296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188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Core Audit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2704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6B9C2"/>
                </a:solidFill>
                <a:latin typeface="Calibri"/>
              </a:rPr>
              <a:t>Fully functional PowerShell module that generates interactive single-page HTML compliance reports.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2585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258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2148840"/>
            <a:ext cx="6858000" cy="82296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194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Live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3288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6B9C2"/>
                </a:solidFill>
                <a:latin typeface="Calibri"/>
              </a:rPr>
              <a:t>Setup wizard + landing page live at m365advisor.vibhudixit.in with custom domain mapped.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2644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264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3154680"/>
            <a:ext cx="6858000" cy="82296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 Frameworks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53872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6B9C2"/>
                </a:solidFill>
                <a:latin typeface="Calibri"/>
              </a:rPr>
              <a:t>CIS Benchmarks, ISO 27001, and ISO 27002 fully integrated and scanning 44+ controls each.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27024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270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4160520"/>
            <a:ext cx="6858000" cy="82296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206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Premium Lead 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4456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6B9C2"/>
                </a:solidFill>
                <a:latin typeface="Calibri"/>
              </a:rPr>
              <a:t>HIPPA, RBI NBFC &amp; DPDP 2023 premium cards with one-click access-request email automation.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527608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5276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5166360"/>
            <a:ext cx="6858000" cy="82296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CEO Pitch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55040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6B9C2"/>
                </a:solidFill>
                <a:latin typeface="Calibri"/>
              </a:rPr>
              <a:t>Formal business pitch document and this presentation prepared for stakeholder alignment.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143000"/>
            <a:ext cx="3657600" cy="5029200"/>
          </a:xfrm>
          <a:prstGeom prst="rect">
            <a:avLst/>
          </a:prstGeom>
          <a:solidFill>
            <a:srgbClr val="10182C"/>
          </a:solidFill>
          <a:ln w="19050">
            <a:solidFill>
              <a:srgbClr val="1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429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73FF"/>
                </a:solidFill>
                <a:latin typeface="Calibri"/>
              </a:rPr>
              <a:t>📸  [ INSERT SCREENSHOT / IMAGE HERE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82219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Insert: Live portal screenshot / report preview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M365Advisor  |  Meridian Solutions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🚀  Roadmap &amp; Upcoming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430000" cy="228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45720" cy="1280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  <a:latin typeface="Calibri"/>
              </a:rPr>
              <a:t>Q3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188720"/>
            <a:ext cx="10515600" cy="1508760"/>
          </a:xfrm>
          <a:prstGeom prst="rect">
            <a:avLst/>
          </a:prstGeom>
          <a:solidFill>
            <a:srgbClr val="0D1426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923C"/>
                </a:solidFill>
                <a:latin typeface="Calibri"/>
              </a:rPr>
              <a:t>One-Click Auto-Remediation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55648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6B9C2"/>
                </a:solidFill>
                <a:latin typeface="Calibri"/>
              </a:rPr>
              <a:t>PowerShell scripts to automatically fix failed compliance controls with client approval — reducing remediation time from days to minutes.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657600"/>
            <a:ext cx="45720" cy="1280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73FF"/>
                </a:solidFill>
                <a:latin typeface="Calibri"/>
              </a:rPr>
              <a:t>Q4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2880360"/>
            <a:ext cx="10515600" cy="1508760"/>
          </a:xfrm>
          <a:prstGeom prst="rect">
            <a:avLst/>
          </a:prstGeom>
          <a:solidFill>
            <a:srgbClr val="0D1426"/>
          </a:solidFill>
          <a:ln w="12700">
            <a:solidFill>
              <a:srgbClr val="1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990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73FF"/>
                </a:solidFill>
                <a:latin typeface="Calibri"/>
              </a:rPr>
              <a:t>MSP Partner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47288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6B9C2"/>
                </a:solidFill>
                <a:latin typeface="Calibri"/>
              </a:rPr>
              <a:t>Multi-tenant dashboard showing compliance health scores for all managed customers on one screen — ideal for Meridian's client portfolio.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84632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Q1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4572000"/>
            <a:ext cx="10515600" cy="1508760"/>
          </a:xfrm>
          <a:prstGeom prst="rect">
            <a:avLst/>
          </a:prstGeom>
          <a:solidFill>
            <a:srgbClr val="0D142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681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Automated PDF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138928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6B9C2"/>
                </a:solidFill>
                <a:latin typeface="Calibri"/>
              </a:rPr>
              <a:t>Scheduled PDF compliance reports delivered via email to client C-level executives — eliminating manual reporting overhead.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M365Advisor  |  Meridian Solutions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Next Steps &amp; Call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430000" cy="2286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2920" cy="54864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887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🎯 Approve Project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361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Formal sign-off on M365Advisor as a Meridian service offering.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02920" cy="54864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219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👥 Assign 1-2 Engineers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963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Dedicate technical resources to accelerate roadmap delivery.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502920" cy="54864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821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🤝 Identify 3 Pilot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564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Select early clients for free pilot audits to generate case studies.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502920" cy="54864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4223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💼 Define Pricing Tiers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165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Finalize pricing for Basic Audit, Remediation and Premium Modules.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502920" cy="54864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023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29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📣 Begin Client Outreach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B9C2"/>
                </a:solidFill>
                <a:latin typeface="Calibri"/>
              </a:rPr>
              <a:t>Start pitching audit services to existing Meridian client base.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188720"/>
            <a:ext cx="3291840" cy="502920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1325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1828800"/>
            <a:ext cx="292608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alibri"/>
              </a:rPr>
              <a:t>Salman.Sayyed@onmeridian.com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m365advisor.vibhudixit.in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0292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🔒 Secure.  📊 Compliant.  🚀 Scalable.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M365Advisor  |  Meridian Solutions  |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